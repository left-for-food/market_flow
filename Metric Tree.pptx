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10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9A1B-9006-1C1D-55FD-0782294C9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E8311-85ED-F18D-7E5F-4B1D1969B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AAFE0-B8F4-0E96-58FF-27BEB2855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D086-57CF-4973-9210-D2EDD903DC03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FBAEF-CD34-2EEC-BF35-A843B1681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2F3EF-1299-3757-C3F4-C2762543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1700-796D-446D-8171-0927C02548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385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4124-6197-E1F4-032F-95EABFF7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9FE0E-9B32-8D59-78BF-677B7B61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F296-62A2-8FF1-2AAC-CAA4B379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D086-57CF-4973-9210-D2EDD903DC03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82441-7FEC-6144-162F-EDBD11CB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20EBD-5C53-9BC7-C6AA-5E7AFBC0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1700-796D-446D-8171-0927C02548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53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7EF3-241C-A287-1E69-29603F31C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D7A9B-F4B2-CC54-E6A9-8D407EB26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F7570-7107-1807-5810-862DC8669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D086-57CF-4973-9210-D2EDD903DC03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EDBBA-A024-CA4A-6738-CD4D4C8C1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5DC6E-446A-5241-16CE-47C7A036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1700-796D-446D-8171-0927C02548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698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8026-AFA2-05DD-A064-16BBF85C5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00FA1-3727-8C4B-75DC-8DBDD5156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70178-950B-BBD9-52E5-AFE85DA60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1A9BF-1070-1CC4-1F6D-A3BBD11E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D086-57CF-4973-9210-D2EDD903DC03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84902-34E2-D9A0-3219-9CA60778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41726-375F-0C15-B335-3FD020AC5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1700-796D-446D-8171-0927C02548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716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A1228-5B77-0466-4645-B5F57021B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6EE78-7888-4866-6868-5C72E2BBA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26525-466F-99FC-286C-A86C87068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3A94C1-CBFB-E54C-95D1-80C70A01C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E2DFFD-97F5-7D5F-3D94-70C388691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86F0C6-1DC0-855A-9191-EAE881A9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D086-57CF-4973-9210-D2EDD903DC03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1FCB2A-E772-9546-7DED-42985501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10D33E-F32F-441E-4E0B-D4561293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1700-796D-446D-8171-0927C02548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63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E85C-4ED9-76A4-BEC0-C31D2BBD7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06F6D-BF00-8AAD-9D51-7E7B59952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D086-57CF-4973-9210-D2EDD903DC03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BA4841-C7C7-BD90-C1C4-0F9DD504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B015A-9A00-4A29-8EA9-B75F392B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1700-796D-446D-8171-0927C02548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107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232829-30D7-721D-A314-8FAA40C9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D086-57CF-4973-9210-D2EDD903DC03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703803-FA69-812B-F918-BE9E7E29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22DE0-4B0D-4917-FBEF-0876D5A7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1700-796D-446D-8171-0927C02548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6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BA3A-70A0-D02D-245F-2D977EEDC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EB7F6-5218-BE40-CCF9-F77F0959A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2CB97-C858-8645-2ECD-A9D9CA0B1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0178B-080B-4F0C-96B3-9EF6A208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D086-57CF-4973-9210-D2EDD903DC03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BF90F-4E79-EB6F-00F0-3A31795B1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6147D-A28A-23F7-7D02-1E57232B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1700-796D-446D-8171-0927C02548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671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9258-7120-DB7F-E193-456ACCC6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81AA0-0912-C98E-3C67-622800F8E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8AA12-32C6-4F3D-5F34-7254B57D8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5A95C-BE51-1DC0-9F92-8E25D2C6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D086-57CF-4973-9210-D2EDD903DC03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27B07-10E3-EFA6-A90D-0B8BDE5C0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9B2F3-FD59-14DD-AB3B-A9D5F6DC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1700-796D-446D-8171-0927C02548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4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A309-BC86-372A-9031-F8F93C5D7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E9A5B-BC98-2185-10E7-8D1364EDF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1A5AB-1836-87AC-8DD5-7C8F04A7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D086-57CF-4973-9210-D2EDD903DC03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F936-97FA-0DFB-EC0C-9EE6C990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8199E-F63E-C692-14F2-52FA6693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1700-796D-446D-8171-0927C02548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29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82A491-1842-D6CF-A266-7B60EF8D3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E7623-6B70-E729-D371-AD054C737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945D1-401A-1054-A25A-2574456E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D086-57CF-4973-9210-D2EDD903DC03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34111-5705-7001-3720-9166EF62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9F549-1CF2-8792-0E7C-AACB6EB8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1700-796D-446D-8171-0927C02548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80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D488D7-58CA-88DB-6984-A11C8F16E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0F348-593C-AB20-558D-A64BB9E60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8C2DB-E211-B925-60AA-17DE5F832F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9D086-57CF-4973-9210-D2EDD903DC03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CAD5A-654D-CC8F-0A24-8ABD26902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F1CAE-31D8-010D-7A7F-64B707A8F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11700-796D-446D-8171-0927C02548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45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9149EC-CB75-6768-1240-E9BC8CF4DB3C}"/>
              </a:ext>
            </a:extLst>
          </p:cNvPr>
          <p:cNvSpPr/>
          <p:nvPr/>
        </p:nvSpPr>
        <p:spPr>
          <a:xfrm>
            <a:off x="3418420" y="1748835"/>
            <a:ext cx="1323191" cy="8068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Прибыль компании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D68C4A-CA9A-1665-C666-B5E6D967F082}"/>
              </a:ext>
            </a:extLst>
          </p:cNvPr>
          <p:cNvSpPr/>
          <p:nvPr/>
        </p:nvSpPr>
        <p:spPr>
          <a:xfrm>
            <a:off x="7445730" y="279699"/>
            <a:ext cx="4161772" cy="8068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Продакт метрики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3F631E-008B-4AC7-991E-6E7418553BA1}"/>
              </a:ext>
            </a:extLst>
          </p:cNvPr>
          <p:cNvSpPr/>
          <p:nvPr/>
        </p:nvSpPr>
        <p:spPr>
          <a:xfrm>
            <a:off x="2274165" y="3217971"/>
            <a:ext cx="1323191" cy="8068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Выручка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1814D4-603A-BC50-515D-C8003B5F49EF}"/>
              </a:ext>
            </a:extLst>
          </p:cNvPr>
          <p:cNvSpPr/>
          <p:nvPr/>
        </p:nvSpPr>
        <p:spPr>
          <a:xfrm>
            <a:off x="779211" y="4695175"/>
            <a:ext cx="1854977" cy="80682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Средняя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маржа на покупателя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7D319D-6775-ED50-A959-83ED995F3D2D}"/>
              </a:ext>
            </a:extLst>
          </p:cNvPr>
          <p:cNvSpPr/>
          <p:nvPr/>
        </p:nvSpPr>
        <p:spPr>
          <a:xfrm>
            <a:off x="3362122" y="4686031"/>
            <a:ext cx="1678193" cy="8068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Количество покупателей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8AFA08-244A-C7A5-2F22-DFCCDBC5F2D6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2935761" y="2555659"/>
            <a:ext cx="1144255" cy="662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5EF2F5-16B3-5329-8010-4AE01B898AAE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1706700" y="4024795"/>
            <a:ext cx="1229061" cy="670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18EDCF-8819-C71E-F70A-2399517262F8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2935761" y="4024795"/>
            <a:ext cx="1265458" cy="661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767FEE0-E0B2-3A2F-280E-B64CDCD4931F}"/>
              </a:ext>
            </a:extLst>
          </p:cNvPr>
          <p:cNvSpPr/>
          <p:nvPr/>
        </p:nvSpPr>
        <p:spPr>
          <a:xfrm>
            <a:off x="4438245" y="3217971"/>
            <a:ext cx="1323191" cy="80682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Расходы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2EF413-43C8-835F-3520-52ECFABA71B9}"/>
              </a:ext>
            </a:extLst>
          </p:cNvPr>
          <p:cNvCxnSpPr>
            <a:stCxn id="4" idx="2"/>
            <a:endCxn id="24" idx="0"/>
          </p:cNvCxnSpPr>
          <p:nvPr/>
        </p:nvCxnSpPr>
        <p:spPr>
          <a:xfrm>
            <a:off x="4080016" y="2555659"/>
            <a:ext cx="1019825" cy="662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7513F2F-F2F0-503C-9EF3-7ABD0F208D86}"/>
              </a:ext>
            </a:extLst>
          </p:cNvPr>
          <p:cNvSpPr/>
          <p:nvPr/>
        </p:nvSpPr>
        <p:spPr>
          <a:xfrm>
            <a:off x="2729393" y="6014959"/>
            <a:ext cx="1678193" cy="80682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Количество пользователей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904443-E23C-9B42-BDBD-61F183A85E74}"/>
              </a:ext>
            </a:extLst>
          </p:cNvPr>
          <p:cNvSpPr/>
          <p:nvPr/>
        </p:nvSpPr>
        <p:spPr>
          <a:xfrm>
            <a:off x="4703600" y="6014959"/>
            <a:ext cx="1678193" cy="80682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Конверсия в покупателя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2FFC35-2312-DC79-012C-65CF035CD613}"/>
              </a:ext>
            </a:extLst>
          </p:cNvPr>
          <p:cNvCxnSpPr>
            <a:stCxn id="8" idx="2"/>
            <a:endCxn id="30" idx="0"/>
          </p:cNvCxnSpPr>
          <p:nvPr/>
        </p:nvCxnSpPr>
        <p:spPr>
          <a:xfrm flipH="1">
            <a:off x="3568490" y="5492855"/>
            <a:ext cx="632729" cy="522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73C3C9-AA76-E7BF-2C04-74FBD87E7474}"/>
              </a:ext>
            </a:extLst>
          </p:cNvPr>
          <p:cNvCxnSpPr>
            <a:stCxn id="8" idx="2"/>
            <a:endCxn id="31" idx="0"/>
          </p:cNvCxnSpPr>
          <p:nvPr/>
        </p:nvCxnSpPr>
        <p:spPr>
          <a:xfrm>
            <a:off x="4201219" y="5492855"/>
            <a:ext cx="1341478" cy="522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16D38347-4372-FA07-996C-7CD2B1E54AB8}"/>
              </a:ext>
            </a:extLst>
          </p:cNvPr>
          <p:cNvSpPr/>
          <p:nvPr/>
        </p:nvSpPr>
        <p:spPr>
          <a:xfrm>
            <a:off x="8111984" y="1748835"/>
            <a:ext cx="1323191" cy="8068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Конверсия в карточку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B4908A-0912-8ED7-F67F-70C45C5CC16A}"/>
              </a:ext>
            </a:extLst>
          </p:cNvPr>
          <p:cNvSpPr/>
          <p:nvPr/>
        </p:nvSpPr>
        <p:spPr>
          <a:xfrm>
            <a:off x="8111984" y="3216895"/>
            <a:ext cx="1323191" cy="8068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Конверсия в корзину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D7834D-5457-AE5F-4B9D-C2BBE44F4D1D}"/>
              </a:ext>
            </a:extLst>
          </p:cNvPr>
          <p:cNvSpPr/>
          <p:nvPr/>
        </p:nvSpPr>
        <p:spPr>
          <a:xfrm>
            <a:off x="8111984" y="4545823"/>
            <a:ext cx="1323191" cy="8068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Конверсия в покупку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207CD1-7074-2FD3-9A07-CCFBB9798574}"/>
              </a:ext>
            </a:extLst>
          </p:cNvPr>
          <p:cNvSpPr/>
          <p:nvPr/>
        </p:nvSpPr>
        <p:spPr>
          <a:xfrm>
            <a:off x="779211" y="279699"/>
            <a:ext cx="5381690" cy="8068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Бизнес метрики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6A4969A-25F3-8055-6407-D0A56870BB92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>
            <a:off x="8773580" y="2555659"/>
            <a:ext cx="0" cy="661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F33611E-DBDC-DE41-767B-D91A129363D6}"/>
              </a:ext>
            </a:extLst>
          </p:cNvPr>
          <p:cNvCxnSpPr>
            <a:stCxn id="39" idx="2"/>
            <a:endCxn id="40" idx="0"/>
          </p:cNvCxnSpPr>
          <p:nvPr/>
        </p:nvCxnSpPr>
        <p:spPr>
          <a:xfrm>
            <a:off x="8773580" y="4023719"/>
            <a:ext cx="0" cy="522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FDA8C8CD-EC3A-F607-1BC0-172A75E66DCD}"/>
              </a:ext>
            </a:extLst>
          </p:cNvPr>
          <p:cNvSpPr/>
          <p:nvPr/>
        </p:nvSpPr>
        <p:spPr>
          <a:xfrm>
            <a:off x="9783303" y="2350208"/>
            <a:ext cx="2002420" cy="10301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Доля кликов по карточкам от новой модели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1CBC94F-C8E0-6E0E-C9DD-F05A8F0B3822}"/>
              </a:ext>
            </a:extLst>
          </p:cNvPr>
          <p:cNvSpPr/>
          <p:nvPr/>
        </p:nvSpPr>
        <p:spPr>
          <a:xfrm>
            <a:off x="9783303" y="3769697"/>
            <a:ext cx="2002420" cy="12305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Доля товаров, купленных по предложению новой модели</a:t>
            </a:r>
            <a:endParaRPr lang="en-GB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423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Юхимец Олег</dc:creator>
  <cp:lastModifiedBy>Юхимец Олег</cp:lastModifiedBy>
  <cp:revision>2</cp:revision>
  <dcterms:created xsi:type="dcterms:W3CDTF">2026-08-06T15:04:27Z</dcterms:created>
  <dcterms:modified xsi:type="dcterms:W3CDTF">2026-08-07T15:59:23Z</dcterms:modified>
</cp:coreProperties>
</file>